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DABC9-81DE-853C-FF72-1E6FBDE9C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F89135-789C-FACA-4AC3-10FC39CCB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96A0A-B3F5-ABFC-DBF5-70062B54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2CD364-8C7D-D702-11B0-B3A121F4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96A0DF-B2D8-8D0F-957E-962DFBE6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3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3DEDF-00F6-EB77-1DA6-94C63B7A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070E59-A34C-204B-3FB9-14D0B2D08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8223F9-4034-6DA2-FA91-6567A444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EEF1A9-1BB1-7102-4BB3-2064B291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470CAB-1468-9ED0-0793-87854399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23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38039-691C-A8AF-A55E-EE54C6F1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F2CC1F-89B1-FD41-379E-DCC40271A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32CB0-C77C-E4F4-44E2-7DF1BEAA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5F8473-964E-2A9D-30E1-B4AAA1AA3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31DE4-9D92-E9F3-5C1D-52AF27DA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9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AF01E-9037-F544-78B8-11A51A05F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DBEC9-2152-35D7-DC8B-323DD4843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F2B9B3-967E-A1A2-0274-BFBD52D36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F010A3-8C3F-0661-BEF5-84DF41CCD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D30A79-7CB4-8E6F-21E3-7228F1B86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B99281-299F-168B-B514-74288030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8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4B5F6-312D-3A64-7F66-6234F9C4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1B2B1B-6CD9-9E71-C911-94FBA3BA9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780C97-DB6A-AE0F-F95E-48AA9DD79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5DCBE5-02D3-6BB8-8D01-8684B6550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B421F7-1D21-27CC-1054-42E4A3B9D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3B6B36-2CB0-F2BB-A650-863354BD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38EDB7-0CD6-ECF6-E859-A8EBD571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398610-32E9-5E47-9F0D-19B00124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98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2BB10-5A0D-F932-FDBE-BE285028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5BEAF8-EBB3-5BBA-7E80-294C4B0A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93795F-7AA6-D65F-24BD-47C966CD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E7599E-135F-0DA6-F43A-4E1FB8E8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83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0F20D8-6653-5F6D-7724-C34A0203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CF7EE2-035B-012F-2EF1-389E526F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BB45C-5E37-2061-FED4-37657BC6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34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FB3C9-213A-13AC-55E6-81F17C0E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50958D-4B7E-9217-7A94-D9270DE6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614117-C80D-3B4D-D6E8-388B0A6AB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94F82D-F967-BC53-3011-461A599A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A877F6-20E0-A8A9-B7A6-D7D2D12FF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00039F-D732-298B-96DF-951E1C3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22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2E6D1-BC86-66D7-85B6-DE2473A3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5A3A8C-B7AE-63E8-80CC-A0CBBA5FF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D56BA2-8F79-DC5A-C3AC-638C7BF62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B82BB8-1741-6EEF-6CE5-58C9B367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CF50A-83D6-72D0-8F75-6A703C6F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0FE459-5174-51C8-78D5-062582A4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7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985C1-AF08-F91C-AA41-C4349CDB1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2F2904-61B0-875E-FA66-65502EFA2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548D28-EFF0-0C25-BDF1-98C8B3F1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0A5FFA-8811-33F8-92F5-0996093D0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6810E6-AE06-2A80-0896-ED8CA8B7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70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62E354-71D5-CF85-A846-CA16EDC31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AE6DCB-9501-B941-B438-C482855D0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AE07F-630E-CDC7-A63B-77FA4ED0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7A1888-F205-9010-AE74-EA33FDC9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9DCC4-44BB-DE41-AA90-BB698F42E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98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D09A402-4181-81ED-95ED-87B77A51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5D92EB-0BCC-255A-BD74-F1804FD19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10A72-BEEF-CAD5-D19C-501624012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9E43-D7AB-4564-ADF4-5F739C2372A4}" type="datetimeFigureOut">
              <a:rPr lang="zh-CN" altLang="en-US" smtClean="0"/>
              <a:t>2026-02-05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B2EED1-3D34-3203-C7CA-4E69C2460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8A64DA-362E-0847-ABAF-B2B59378A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CDBBB-CA90-4390-9F96-61FABF273D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63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790205-1B93-D7A2-71F2-4F0C09FAC85B}"/>
              </a:ext>
            </a:extLst>
          </p:cNvPr>
          <p:cNvSpPr txBox="1"/>
          <p:nvPr/>
        </p:nvSpPr>
        <p:spPr>
          <a:xfrm>
            <a:off x="75415" y="1074509"/>
            <a:ext cx="12192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Singapore</a:t>
            </a:r>
          </a:p>
          <a:p>
            <a:pPr algn="ctr"/>
            <a:r>
              <a: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 algn="ctr"/>
            <a:r>
              <a: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 algn="ctr"/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 algn="ctr"/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  <a:p>
            <a:pPr algn="ct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World!</a:t>
            </a:r>
          </a:p>
        </p:txBody>
      </p:sp>
    </p:spTree>
    <p:extLst>
      <p:ext uri="{BB962C8B-B14F-4D97-AF65-F5344CB8AC3E}">
        <p14:creationId xmlns:p14="http://schemas.microsoft.com/office/powerpoint/2010/main" val="250503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YuanPeng Xu</dc:creator>
  <cp:lastModifiedBy>YuanPeng Xu</cp:lastModifiedBy>
  <cp:revision>2</cp:revision>
  <dcterms:created xsi:type="dcterms:W3CDTF">2026-02-05T14:04:55Z</dcterms:created>
  <dcterms:modified xsi:type="dcterms:W3CDTF">2026-02-05T14:08:00Z</dcterms:modified>
</cp:coreProperties>
</file>